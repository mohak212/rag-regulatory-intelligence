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 ·  PART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Indexing Pipeline (offline build)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79192" y="1371600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79192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3898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PDFs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7373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RBI + 19 SEBI circulars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(2015-2026)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rbi.org.in, sebi.gov.in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JSON per document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8980" y="128016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8980" y="1280160"/>
            <a:ext cx="73152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90972" y="1371600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90972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0148" y="13898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2 - Extract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0148" y="17373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text extraction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+ tag with metadata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data/processed/*.json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28016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280160"/>
            <a:ext cx="73152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02752" y="1371600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2752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81928" y="13898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3 - Chunk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81928" y="17373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Character Splitter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~700 tokens, 100 overlap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5,954 chunks total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4612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246120"/>
            <a:ext cx="73152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79192" y="3337560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79192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" y="33558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4 - Embed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" y="37033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BAAI/bge-base-en-v1.5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 embeddings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 GPU inference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68980" y="324612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68980" y="3246120"/>
            <a:ext cx="73152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90972" y="3337560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90972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70148" y="33558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Vector Store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70148" y="37033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regulatory_chunks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distance + HNSW index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on-disk SQLite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80760" y="3246120"/>
            <a:ext cx="2606040" cy="1417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335584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5,954</a:t>
            </a:r>
            <a:endParaRPr lang="en-US" sz="3800" dirty="0"/>
          </a:p>
        </p:txBody>
      </p:sp>
      <p:sp>
        <p:nvSpPr>
          <p:cNvPr id="36" name="Text 34"/>
          <p:cNvSpPr/>
          <p:nvPr/>
        </p:nvSpPr>
        <p:spPr>
          <a:xfrm>
            <a:off x="6080760" y="39593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chunks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80760" y="4233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  ·  cosine  ·  HNSW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090672" y="1970532"/>
            <a:ext cx="18288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5400000">
            <a:off x="3163824" y="1897380"/>
            <a:ext cx="146304" cy="182880"/>
          </a:xfrm>
          <a:prstGeom prst="rt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02452" y="1970532"/>
            <a:ext cx="18288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5400000">
            <a:off x="5975604" y="1897380"/>
            <a:ext cx="146304" cy="182880"/>
          </a:xfrm>
          <a:prstGeom prst="rt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83780" y="2697480"/>
            <a:ext cx="36576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60220" y="2971800"/>
            <a:ext cx="5660136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60220" y="2971800"/>
            <a:ext cx="36576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90672" y="3936492"/>
            <a:ext cx="18288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5400000">
            <a:off x="3163824" y="3863340"/>
            <a:ext cx="146304" cy="182880"/>
          </a:xfrm>
          <a:prstGeom prst="rt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02452" y="3936492"/>
            <a:ext cx="18288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5400000">
            <a:off x="5975604" y="3863340"/>
            <a:ext cx="146304" cy="182880"/>
          </a:xfrm>
          <a:prstGeom prst="rt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once -&gt; query many. Re-runnable via:  python phase2.py  -&gt;  phase3.py  -&gt;  build_index_phase4.py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 ·  PART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Query-Time Runtime (online RAG flow)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737360" cy="3383280"/>
          </a:xfrm>
          <a:prstGeom prst="rect">
            <a:avLst/>
          </a:prstGeom>
          <a:solidFill>
            <a:srgbClr val="F5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14630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737360"/>
            <a:ext cx="73152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73352" y="1828800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73352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" y="1847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21945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static/index.html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 + styles.css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POST /query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154680"/>
            <a:ext cx="14630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3154680"/>
            <a:ext cx="73152" cy="1325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73352" y="3246120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73352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5528" y="32644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" y="36118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source labels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circular #s &amp; dates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68880" y="1280160"/>
            <a:ext cx="3840480" cy="3383280"/>
          </a:xfrm>
          <a:prstGeom prst="rect">
            <a:avLst/>
          </a:prstGeom>
          <a:solidFill>
            <a:srgbClr val="F5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 ·  phase5_6_rag.py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06040" y="1737360"/>
            <a:ext cx="35661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606040" y="1737360"/>
            <a:ext cx="73152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88152" y="1828800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88152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07208" y="1847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 ·  app.py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807208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/query · /domains · /health   ·   CORS · Pydantic validation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06040" y="2697480"/>
            <a:ext cx="35661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606040" y="2697480"/>
            <a:ext cx="73152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88152" y="2788920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88152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807208" y="28072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807208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ANN (cosine, top-K)   +   BM25 keyword score   -&gt;  merged &amp; re-ranked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06040" y="3657600"/>
            <a:ext cx="35661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606040" y="3657600"/>
            <a:ext cx="73152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88152" y="3749040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8815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807208" y="37673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Builder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807208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top-K chunks · enforce 'answer only from context' · attach citations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83680" y="1280160"/>
            <a:ext cx="2103120" cy="3383280"/>
          </a:xfrm>
          <a:prstGeom prst="rect">
            <a:avLst/>
          </a:prstGeom>
          <a:solidFill>
            <a:srgbClr val="F5F7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20840" y="1737360"/>
            <a:ext cx="18288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20840" y="1737360"/>
            <a:ext cx="73152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65592" y="1828800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65592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22008" y="18470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922008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 ·  HTTPS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20840" y="2697480"/>
            <a:ext cx="18288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720840" y="2697480"/>
            <a:ext cx="73152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65592" y="2788920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65592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922008" y="28072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Ollama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922008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qwen2.5-coder:7b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localhost:11434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720840" y="3657600"/>
            <a:ext cx="18288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720840" y="3657600"/>
            <a:ext cx="73152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65592" y="3749040"/>
            <a:ext cx="292608" cy="29260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6559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922008" y="37673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LLM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922008" y="4114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· offline test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on disk:  data/vector_store/  ·  collection regulatory_chunks  ·  5,954 chunks  ·  BAAI/bge-base-en-v1.5  ·  768-dim cosine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075688" y="2167128"/>
            <a:ext cx="50292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5400000">
            <a:off x="2468880" y="2093976"/>
            <a:ext cx="146304" cy="182880"/>
          </a:xfrm>
          <a:prstGeom prst="rt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697480" y="2606040"/>
            <a:ext cx="36576" cy="1892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90488" y="4087368"/>
            <a:ext cx="50292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5400000">
            <a:off x="6583680" y="4014216"/>
            <a:ext cx="146304" cy="182880"/>
          </a:xfrm>
          <a:prstGeom prst="rt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616952" y="4526280"/>
            <a:ext cx="36576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325880" y="4800600"/>
            <a:ext cx="6327648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325880" y="4389120"/>
            <a:ext cx="36576" cy="4480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 ·  PART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&amp; Language Models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73152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07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58191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BAAI/bge-base-en-v1.5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03911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queries and document chunks into 768-dim vectors. State-of-the-art open-source English embedder from BAAI — strong on retrieval (MTEB).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49440" y="1417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949440" y="18928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949440" y="218541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110M params  ·  CPU/GPU  ·  cosine  ·  open-source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 ·  3 SWAPPABLE PROVIDERS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26060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54680"/>
            <a:ext cx="260604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333756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3337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" y="33375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" y="3703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gpt-4o-mini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4069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· HTTPS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Best-quality answers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OPENAI_API_KEY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in app.py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68980" y="3154680"/>
            <a:ext cx="26060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68980" y="3154680"/>
            <a:ext cx="260604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3460" y="333756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3460" y="3337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0148" y="33375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70148" y="3703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qwen2.5-coder:7b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0148" y="4069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localhost:11434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offline-capable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consumer GPU/CPU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for the web UI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80760" y="3154680"/>
            <a:ext cx="26060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3154680"/>
            <a:ext cx="260604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35240" y="3337560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3337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81928" y="33375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LLM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81928" y="3703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--mock-llm flag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81928" y="4069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· no network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citation path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CI / demos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cost, zero latency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 ·  PART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Retrieval, Indexing &amp; Serving Layer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73152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1399032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3990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38074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1709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 + ASGI server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01168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(/query, /domains, /health)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middleware · Pydantic schemas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request handling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 serving for frontend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23260" y="123444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3260" y="1234440"/>
            <a:ext cx="73152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9180" y="1399032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9180" y="13990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4428" y="138074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4428" y="1709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vector database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4428" y="201168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regulatory_chunks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embeddings + metadata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SQLite-backed on-disk persistence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filters (domain = RBI/SEBI)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89320" y="123444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9320" y="1234440"/>
            <a:ext cx="73152" cy="1783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1399032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13990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90488" y="138074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90488" y="1709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Nearest Neighbour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0488" y="201168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Navigable Small-World graph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Sub-linear (~O(log N)) vector search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internally by Chroma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millions of vectors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10896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108960"/>
            <a:ext cx="73152" cy="1783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03120" y="3273552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0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8368" y="325526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8368" y="3584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/ keyword ranker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" y="38862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TF-IDF scoring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In-process, pure Python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with semantic scores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exact terms ANN may miss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23260" y="310896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23260" y="3108960"/>
            <a:ext cx="73152" cy="1783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69180" y="3273552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9180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24428" y="325526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424428" y="3584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text extraction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24428" y="38862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accurate parsing of regulator PDFs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layout where possible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Phase 2 (raw -&gt; processed)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scanned / mixed PDFs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89320" y="310896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89320" y="3108960"/>
            <a:ext cx="73152" cy="1783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35240" y="3273552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35240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90488" y="325526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Splitter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190488" y="3584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Character TextSplitter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90488" y="38862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long docs respecting boundaries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~700 tokens, 100-token overlap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semantic context across chunks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Phase 3 (processed -&gt; chunks)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Python 3.11  ·  FastAPI  ·  Uvicorn  ·  ChromaDB  ·  sentence-transformers  ·  PyMuPDF  ·  LangChain  ·  HTML/JS frontend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2026-05-11T08:42:52Z</dcterms:created>
  <dcterms:modified xsi:type="dcterms:W3CDTF">2026-05-11T08:42:52Z</dcterms:modified>
</cp:coreProperties>
</file>