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BM25</c:v>
                  </c:pt>
                  <c:pt idx="1">
                    <c:v>Semantic</c:v>
                  </c:pt>
                  <c:pt idx="2">
                    <c:v>Hybrid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0.71</c:v>
                </c:pt>
                <c:pt idx="2">
                  <c:v>0.83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BM25</c:v>
                  </c:pt>
                  <c:pt idx="1">
                    <c:v>Semantic</c:v>
                  </c:pt>
                  <c:pt idx="2">
                    <c:v>Hybrid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</c:v>
                </c:pt>
                <c:pt idx="1">
                  <c:v>0.74</c:v>
                </c:pt>
                <c:pt idx="2">
                  <c:v>0.85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BM25</c:v>
                  </c:pt>
                  <c:pt idx="1">
                    <c:v>Semantic</c:v>
                  </c:pt>
                  <c:pt idx="2">
                    <c:v>Hybrid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0.55</c:v>
                </c:pt>
                <c:pt idx="1">
                  <c:v>0.68</c:v>
                </c:pt>
                <c:pt idx="2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0F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Embed + Retrieve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Mock LLM</c:v>
                  </c:pt>
                  <c:pt idx="1">
                    <c:v>OpenAI 4o-mini</c:v>
                  </c:pt>
                  <c:pt idx="2">
                    <c:v>Ollama qwen2.5:7b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 build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Mock LLM</c:v>
                  </c:pt>
                  <c:pt idx="1">
                    <c:v>OpenAI 4o-mini</c:v>
                  </c:pt>
                  <c:pt idx="2">
                    <c:v>Ollama qwen2.5:7b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LLM generation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Mock LLM</c:v>
                  </c:pt>
                  <c:pt idx="1">
                    <c:v>OpenAI 4o-mini</c:v>
                  </c:pt>
                  <c:pt idx="2">
                    <c:v>Ollama qwen2.5:7b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1100</c:v>
                </c:pt>
                <c:pt idx="2">
                  <c:v>8200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Chunks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SEBI (19 docs)</c:v>
                </c:pt>
                <c:pt idx="1">
                  <c:v>RBI (20 docs)</c:v>
                </c:pt>
                <c:pt idx="2">
                  <c:v>Income Tax (planned)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3064</c:v>
                </c:pt>
                <c:pt idx="1">
                  <c:v>2890</c:v>
                </c:pt>
                <c:pt idx="2">
                  <c:v>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0F2A4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Numerical / ₹</c:v>
                  </c:pt>
                  <c:pt idx="1">
                    <c:v>Definitional</c:v>
                  </c:pt>
                  <c:pt idx="2">
                    <c:v>Procedural</c:v>
                  </c:pt>
                  <c:pt idx="3">
                    <c:v>Comparative</c:v>
                  </c:pt>
                  <c:pt idx="4">
                    <c:v>Multi-doc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</c:v>
                </c:pt>
                <c:pt idx="1">
                  <c:v>0.88</c:v>
                </c:pt>
                <c:pt idx="2">
                  <c:v>0.79</c:v>
                </c:pt>
                <c:pt idx="3">
                  <c:v>0.71</c:v>
                </c:pt>
                <c:pt idx="4">
                  <c:v>0.64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800" u="none">
                  <a:solidFill>
                    <a:srgbClr val="0F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PARTIAL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Latency &amp; Coverage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Method Comparison  (top-5)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38404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188720"/>
            <a:ext cx="40233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Latency  (ms, top-K=5)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54880" y="1600200"/>
          <a:ext cx="38404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154680"/>
            <a:ext cx="40233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94360" y="3227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 by Domain  (total = 5,954)</a:t>
            </a:r>
            <a:endParaRPr lang="en-US" sz="11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548640" y="3520440"/>
          <a:ext cx="38404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4663440" y="3154680"/>
            <a:ext cx="402336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800600" y="3227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Accuracy by Question Type  (n=120 eval Qs)</a:t>
            </a:r>
            <a:endParaRPr lang="en-US" sz="1100" dirty="0"/>
          </a:p>
        </p:txBody>
      </p:sp>
      <p:graphicFrame>
        <p:nvGraphicFramePr>
          <p:cNvPr id="15" name="Chart 3" descr=""/>
          <p:cNvGraphicFramePr/>
          <p:nvPr/>
        </p:nvGraphicFramePr>
        <p:xfrm>
          <a:off x="4754880" y="3566160"/>
          <a:ext cx="38404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Shape 10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Hybrid retrieval +12 pp Precision@5 vs semantic-only  ·  Median retrieve time 80 ms  ·  Mock-LLM unblocks offline CI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2026-05-11T08:57:22Z</dcterms:created>
  <dcterms:modified xsi:type="dcterms:W3CDTF">2026-05-11T08:57:22Z</dcterms:modified>
</cp:coreProperties>
</file>