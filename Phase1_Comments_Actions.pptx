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from Phase 1 &amp; Actions Taken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41605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Comment /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 in Phase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cost &amp; rate limits: GPT-4o usage would be expensive and rate-limited for a demo system.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to Groq Cloud + Llama 3.3 70B — free tier (1,000 req/day), OpenAI-compatible API, ~400 tok/s on LPU hardware.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accuracy: Pure semantic search may miss exact regulatory terms like circular numbers.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Hybrid RAG — BM25 lexical + semantic fusion (0.72 / 0.28 weight). Hybrid surfaces exact ₹ amounts and circular IDs.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working prototype demonstrated in Phase 1 — only design and planning.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end-to-end working system: FastAPI backend, ChromaDB index of 5,954 chunks, browser UI at localhost:8000.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concern: system should handle more regulatory bodies beyond RBI &amp; SEBI.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uses domain metadata filter; Income Tax circulars corpus identified and planned for Phase 3.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Accessibility: technical setup barrier for non-developer users.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browser-based UI — no login, no CLI required. Single uvicorn command; Phase 3 to host publicly.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Go, change the world  |  RV College of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2026-05-11T08:49:06Z</dcterms:created>
  <dcterms:modified xsi:type="dcterms:W3CDTF">2026-05-11T08:49:06Z</dcterms:modified>
</cp:coreProperties>
</file>